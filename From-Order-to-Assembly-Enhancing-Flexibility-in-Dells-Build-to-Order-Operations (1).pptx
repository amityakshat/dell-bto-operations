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Gelasio Semi Bold"/>
      <p:regular r:id="rId15"/>
    </p:embeddedFont>
    <p:embeddedFont>
      <p:font typeface="Gelasio Semi Bold"/>
      <p:regular r:id="rId16"/>
    </p:embeddedFon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36683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From Order to Assembly: Enhancing Flexibility in Dell’s Build-to-Order Operations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2119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in-depth analysis of Dell's strategy blends customization with efficiency.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8300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Explore supply chain and logistics optimizing its build-to-order success.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5175" y="534114"/>
            <a:ext cx="7786449" cy="1818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Dell's Build-to-Order (BTO) Model: A Competitive Advantage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5175" y="2643426"/>
            <a:ext cx="7786449" cy="1117521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359128" y="2837378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Pioneering BTO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9128" y="3256717"/>
            <a:ext cx="73985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Early adopter in PC industry since the 1990s.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65175" y="3954899"/>
            <a:ext cx="7786449" cy="1117521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359128" y="4148852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Components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359128" y="4568190"/>
            <a:ext cx="73985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Direct sales, modular design, and quick assembly.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5175" y="5266373"/>
            <a:ext cx="7786449" cy="1117521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359128" y="5460325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Efficient Cycle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59128" y="5879663"/>
            <a:ext cx="73985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5-7 days average order-to-delivery in North America.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65175" y="6577846"/>
            <a:ext cx="7786449" cy="1117521"/>
          </a:xfrm>
          <a:prstGeom prst="roundRect">
            <a:avLst>
              <a:gd name="adj" fmla="val 2603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6359128" y="6771799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Cost Savings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359128" y="7191137"/>
            <a:ext cx="739854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20-30% lower inventory costs than retail models.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1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3294817"/>
            <a:ext cx="13122354" cy="134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Supply Chain Integration: The Foundation of BTO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54023" y="5934075"/>
            <a:ext cx="3038237" cy="215384"/>
          </a:xfrm>
          <a:prstGeom prst="roundRect">
            <a:avLst>
              <a:gd name="adj" fmla="val 15005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754023" y="6472595"/>
            <a:ext cx="271033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Strong Supplier Ties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54023" y="6938367"/>
            <a:ext cx="303823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Partnerships with Intel, Microsoft, Samsung.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115395" y="5610820"/>
            <a:ext cx="3038237" cy="215384"/>
          </a:xfrm>
          <a:prstGeom prst="roundRect">
            <a:avLst>
              <a:gd name="adj" fmla="val 15005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4115395" y="6149340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SMI Programs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4115395" y="6615113"/>
            <a:ext cx="303823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Cut lead times by 40% through Supplier Managed Inventory.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76768" y="5287685"/>
            <a:ext cx="3038237" cy="215384"/>
          </a:xfrm>
          <a:prstGeom prst="roundRect">
            <a:avLst>
              <a:gd name="adj" fmla="val 15005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7476768" y="5826204"/>
            <a:ext cx="300144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Real-time Information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476768" y="6291977"/>
            <a:ext cx="303823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Proprietary IT platform for seamless data sharing.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838140" y="4964549"/>
            <a:ext cx="3038237" cy="215384"/>
          </a:xfrm>
          <a:prstGeom prst="roundRect">
            <a:avLst>
              <a:gd name="adj" fmla="val 15005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10838140" y="5503069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Local Sourcing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838140" y="5968841"/>
            <a:ext cx="3038237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90%+ parts sourced within 300 miles of plants.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Logistics Optimization: Ensuring Timely Delivery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507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2528649"/>
            <a:ext cx="34869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Strategic Plant Locations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301906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Near major transportation hubs to speed shipment.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38355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7017306" y="3913465"/>
            <a:ext cx="36822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Trusted Logistics Partners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17306" y="440388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Collaborations with UPS and FedEx ensure reliability.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2041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5298281"/>
            <a:ext cx="3232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 On-Time Delivery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578870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 95% packages delivered as promised.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660523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7017306" y="6683097"/>
            <a:ext cx="31352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Minimal Warehousing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717351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Cross-docking and JIT reduce inventory costs.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247"/>
            <a:ext cx="112822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Balancing Customization with Efficiency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Modular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Allows millions of product configurations.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20001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Automated Assembly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75547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 processes increase speed and quality.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Demand Analytics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40114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Optimizes production based on forecasting trends.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200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High Volume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401145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Supports up to 10,000 daily order configurations.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72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Case Studies: Dell's BTO in Action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62997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3767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Adapting to Market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526851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Quickly pivoted to netbooks to meet demand.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362997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4423767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 Server Builds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893493" y="526851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Tailored configurations for cloud providers.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3629978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4423767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Product Expansion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06795" y="5268516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printers and storage into BTO offerings.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Challenges and Opportunities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861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Growing Complexity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More product options increase operational challenges.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Supply Chain Risks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disruptions like COVID-19 impact stability.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Customer Demands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Need faster delivery and personalized options.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149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Conclusion: Key Findings and Recommendations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355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Maintain BTO Edge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040981"/>
            <a:ext cx="28994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Dell's model is a core competitive advantage.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713803" y="347269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5450919" y="3550563"/>
            <a:ext cx="28757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Enhance Integration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50919" y="4040981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Keep improving supply chain and logistics coordination.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833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61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Adopt Technologies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516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AI and automation to boost flexibility and efficiency.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2025-05-27T11:18:42Z</dcterms:created>
  <dcterms:modified xsi:type="dcterms:W3CDTF">2025-05-27T11:18:42Z</dcterms:modified>
</cp:coreProperties>
</file>